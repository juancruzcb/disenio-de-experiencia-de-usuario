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_style: "pre { font-size: 0.35em; margin-top: 0px; padding: 10px; 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_style: "pre { font-size: 0.45em; margin-top: 0px; padding: 10px; 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_style: "pre { font-size: 0.45em; margin-top: 0px; padding: 10px; 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Código Accesible en HTML5, JavaScript y hojas de estilo</dc:title>
  <dc:subject>PptxGenJS Presentation</dc:subject>
  <dc:creator>Created by Marp</dc:creator>
  <cp:lastModifiedBy>Created by Marp</cp:lastModifiedBy>
  <cp:revision>1</cp:revision>
  <dcterms:created xsi:type="dcterms:W3CDTF">2026-05-26T23:43:12Z</dcterms:created>
  <dcterms:modified xsi:type="dcterms:W3CDTF">2026-05-26T23:43:12Z</dcterms:modified>
</cp:coreProperties>
</file>